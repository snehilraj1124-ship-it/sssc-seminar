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334255" y="1170432"/>
            <a:ext cx="4810125" cy="4993640"/>
          </a:xfrm>
          <a:custGeom>
            <a:avLst/>
            <a:gdLst/>
            <a:ahLst/>
            <a:cxnLst/>
            <a:rect l="l" t="t" r="r" b="b"/>
            <a:pathLst>
              <a:path w="4810125" h="4993640">
                <a:moveTo>
                  <a:pt x="4809617" y="0"/>
                </a:moveTo>
                <a:lnTo>
                  <a:pt x="1674876" y="3134741"/>
                </a:lnTo>
              </a:path>
              <a:path w="4810125" h="4993640">
                <a:moveTo>
                  <a:pt x="4809744" y="183388"/>
                </a:moveTo>
                <a:lnTo>
                  <a:pt x="0" y="4993144"/>
                </a:lnTo>
              </a:path>
              <a:path w="4810125" h="4993640">
                <a:moveTo>
                  <a:pt x="4803648" y="298703"/>
                </a:moveTo>
                <a:lnTo>
                  <a:pt x="891540" y="4210811"/>
                </a:lnTo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5305805" y="1308354"/>
            <a:ext cx="3839845" cy="3893820"/>
          </a:xfrm>
          <a:custGeom>
            <a:avLst/>
            <a:gdLst/>
            <a:ahLst/>
            <a:cxnLst/>
            <a:rect l="l" t="t" r="r" b="b"/>
            <a:pathLst>
              <a:path w="3839845" h="3893820">
                <a:moveTo>
                  <a:pt x="3839464" y="0"/>
                </a:moveTo>
                <a:lnTo>
                  <a:pt x="0" y="3839464"/>
                </a:lnTo>
              </a:path>
              <a:path w="3839845" h="3893820">
                <a:moveTo>
                  <a:pt x="3832860" y="463296"/>
                </a:moveTo>
                <a:lnTo>
                  <a:pt x="402336" y="3893820"/>
                </a:lnTo>
              </a:path>
            </a:pathLst>
          </a:custGeom>
          <a:ln w="3200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670548" y="3895343"/>
            <a:ext cx="2470785" cy="2658110"/>
          </a:xfrm>
          <a:custGeom>
            <a:avLst/>
            <a:gdLst/>
            <a:ahLst/>
            <a:cxnLst/>
            <a:rect l="l" t="t" r="r" b="b"/>
            <a:pathLst>
              <a:path w="2470784" h="2658109">
                <a:moveTo>
                  <a:pt x="2470784" y="0"/>
                </a:moveTo>
                <a:lnTo>
                  <a:pt x="1714500" y="756284"/>
                </a:lnTo>
              </a:path>
              <a:path w="2470784" h="2658109">
                <a:moveTo>
                  <a:pt x="2470404" y="187451"/>
                </a:moveTo>
                <a:lnTo>
                  <a:pt x="0" y="2657906"/>
                </a:lnTo>
              </a:path>
              <a:path w="2470784" h="2658109">
                <a:moveTo>
                  <a:pt x="2470404" y="265175"/>
                </a:moveTo>
                <a:lnTo>
                  <a:pt x="899159" y="1836445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7695438" y="4039361"/>
            <a:ext cx="1442085" cy="1504950"/>
          </a:xfrm>
          <a:custGeom>
            <a:avLst/>
            <a:gdLst/>
            <a:ahLst/>
            <a:cxnLst/>
            <a:rect l="l" t="t" r="r" b="b"/>
            <a:pathLst>
              <a:path w="1442084" h="1504950">
                <a:moveTo>
                  <a:pt x="1441322" y="0"/>
                </a:moveTo>
                <a:lnTo>
                  <a:pt x="0" y="1441323"/>
                </a:lnTo>
              </a:path>
              <a:path w="1442084" h="1504950">
                <a:moveTo>
                  <a:pt x="1441957" y="457200"/>
                </a:moveTo>
                <a:lnTo>
                  <a:pt x="394715" y="1504442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5492" y="826465"/>
            <a:ext cx="721042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pc="-400"/>
              <a:t>STATIC</a:t>
            </a:r>
            <a:r>
              <a:rPr dirty="0" spc="-260"/>
              <a:t> </a:t>
            </a:r>
            <a:r>
              <a:rPr dirty="0" spc="-165"/>
              <a:t>SYNCHRONOUS</a:t>
            </a:r>
            <a:r>
              <a:rPr dirty="0" spc="-204"/>
              <a:t> </a:t>
            </a:r>
            <a:r>
              <a:rPr dirty="0" spc="-590"/>
              <a:t>SERIES </a:t>
            </a:r>
            <a:r>
              <a:rPr dirty="0" spc="-145"/>
              <a:t>COMPENSATOR(SSSC)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822194" y="3637635"/>
            <a:ext cx="4625340" cy="135128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2000" spc="-190">
                <a:solidFill>
                  <a:srgbClr val="0E486E"/>
                </a:solidFill>
                <a:latin typeface="Verdana"/>
                <a:cs typeface="Verdana"/>
              </a:rPr>
              <a:t>PRESENTED</a:t>
            </a:r>
            <a:r>
              <a:rPr dirty="0" sz="2000" spc="-130">
                <a:solidFill>
                  <a:srgbClr val="0E486E"/>
                </a:solidFill>
                <a:latin typeface="Verdana"/>
                <a:cs typeface="Verdana"/>
              </a:rPr>
              <a:t> </a:t>
            </a:r>
            <a:r>
              <a:rPr dirty="0" sz="2000" spc="-25">
                <a:solidFill>
                  <a:srgbClr val="0E486E"/>
                </a:solidFill>
                <a:latin typeface="Verdana"/>
                <a:cs typeface="Verdana"/>
              </a:rPr>
              <a:t>BY:</a:t>
            </a:r>
            <a:endParaRPr sz="2000">
              <a:latin typeface="Verdana"/>
              <a:cs typeface="Verdana"/>
            </a:endParaRPr>
          </a:p>
          <a:p>
            <a:pPr marL="1758950" marR="5080">
              <a:lnSpc>
                <a:spcPct val="145000"/>
              </a:lnSpc>
            </a:pPr>
            <a:r>
              <a:rPr dirty="0" sz="2000" spc="-225">
                <a:solidFill>
                  <a:srgbClr val="0E486E"/>
                </a:solidFill>
                <a:latin typeface="Verdana"/>
                <a:cs typeface="Verdana"/>
              </a:rPr>
              <a:t>SNEHIL</a:t>
            </a:r>
            <a:r>
              <a:rPr dirty="0" sz="2000" spc="-165">
                <a:solidFill>
                  <a:srgbClr val="0E486E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0E486E"/>
                </a:solidFill>
                <a:latin typeface="Verdana"/>
                <a:cs typeface="Verdana"/>
              </a:rPr>
              <a:t>RAJ</a:t>
            </a:r>
            <a:r>
              <a:rPr dirty="0" sz="2000" spc="-135">
                <a:solidFill>
                  <a:srgbClr val="0E486E"/>
                </a:solidFill>
                <a:latin typeface="Verdana"/>
                <a:cs typeface="Verdana"/>
              </a:rPr>
              <a:t> </a:t>
            </a:r>
            <a:r>
              <a:rPr dirty="0" sz="2000" spc="-180">
                <a:solidFill>
                  <a:srgbClr val="0E486E"/>
                </a:solidFill>
                <a:latin typeface="Verdana"/>
                <a:cs typeface="Verdana"/>
              </a:rPr>
              <a:t>(22BEE0079) </a:t>
            </a:r>
            <a:r>
              <a:rPr dirty="0" sz="2000" spc="-114">
                <a:solidFill>
                  <a:srgbClr val="0E486E"/>
                </a:solidFill>
                <a:latin typeface="Verdana"/>
                <a:cs typeface="Verdana"/>
              </a:rPr>
              <a:t>VASU</a:t>
            </a:r>
            <a:r>
              <a:rPr dirty="0" sz="2000" spc="-95">
                <a:solidFill>
                  <a:srgbClr val="0E486E"/>
                </a:solidFill>
                <a:latin typeface="Verdana"/>
                <a:cs typeface="Verdana"/>
              </a:rPr>
              <a:t> </a:t>
            </a:r>
            <a:r>
              <a:rPr dirty="0" sz="2000" spc="-75">
                <a:solidFill>
                  <a:srgbClr val="0E486E"/>
                </a:solidFill>
                <a:latin typeface="Verdana"/>
                <a:cs typeface="Verdana"/>
              </a:rPr>
              <a:t>JAIN</a:t>
            </a:r>
            <a:r>
              <a:rPr dirty="0" sz="2000" spc="-155">
                <a:solidFill>
                  <a:srgbClr val="0E486E"/>
                </a:solidFill>
                <a:latin typeface="Verdana"/>
                <a:cs typeface="Verdana"/>
              </a:rPr>
              <a:t> </a:t>
            </a:r>
            <a:r>
              <a:rPr dirty="0" sz="2000" spc="-145">
                <a:solidFill>
                  <a:srgbClr val="0E486E"/>
                </a:solidFill>
                <a:latin typeface="Verdana"/>
                <a:cs typeface="Verdana"/>
              </a:rPr>
              <a:t>(22BEE0073)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0"/>
            <a:ext cx="9143999" cy="68534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0"/>
            <a:ext cx="9143999" cy="68534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0"/>
            <a:ext cx="9143999" cy="68534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0"/>
            <a:ext cx="9143999" cy="68534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0"/>
            <a:ext cx="9143999" cy="68534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0"/>
            <a:ext cx="9143999" cy="68534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0"/>
            <a:ext cx="9143999" cy="68534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0"/>
            <a:ext cx="9143999" cy="68534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0"/>
            <a:ext cx="9143999" cy="68534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0"/>
            <a:ext cx="9143999" cy="68534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0"/>
            <a:ext cx="9143999" cy="685342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0"/>
            <a:ext cx="9143999" cy="685342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0"/>
            <a:ext cx="9143999" cy="685342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0"/>
            <a:ext cx="9143999" cy="685342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0"/>
            <a:ext cx="9143999" cy="685342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0"/>
            <a:ext cx="9143999" cy="685342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0"/>
            <a:ext cx="9143999" cy="685342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0"/>
            <a:ext cx="9143999" cy="685342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0"/>
            <a:ext cx="9143999" cy="685342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0"/>
            <a:ext cx="9143999" cy="685342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0"/>
            <a:ext cx="9143999" cy="685342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0"/>
            <a:ext cx="9143999" cy="685342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0"/>
            <a:ext cx="9143999" cy="685342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0"/>
            <a:ext cx="9143999" cy="685342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0"/>
            <a:ext cx="9143999" cy="685342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0"/>
            <a:ext cx="9143999" cy="685342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0"/>
            <a:ext cx="9143999" cy="68534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dc:title>STATIC SYNCHRONOUS SERIES COMPENSATOR(SSSC)</dc:title>
  <dcterms:created xsi:type="dcterms:W3CDTF">2025-09-21T14:42:26Z</dcterms:created>
  <dcterms:modified xsi:type="dcterms:W3CDTF">2025-09-21T14:42:26Z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2025-09-21T00:00:00Z</vt:filetime>
  </property>
  <property fmtid="{D5CDD505-2E9C-101B-9397-08002B2CF9AE}" pid="5" name="Producer">
    <vt:lpwstr>Microsoft® PowerPoint® 2016</vt:lpwstr>
  </property>
</Properties>
</file>